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72" r:id="rId12"/>
    <p:sldId id="266" r:id="rId13"/>
    <p:sldId id="269" r:id="rId14"/>
    <p:sldId id="267" r:id="rId15"/>
    <p:sldId id="268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22" autoAdjust="0"/>
  </p:normalViewPr>
  <p:slideViewPr>
    <p:cSldViewPr>
      <p:cViewPr varScale="1">
        <p:scale>
          <a:sx n="48" d="100"/>
          <a:sy n="48" d="100"/>
        </p:scale>
        <p:origin x="85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E-Commerce Interface with State-Persistent Cart</a:t>
            </a:r>
            <a:endParaRPr lang="en-IN" sz="40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 algn="just"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P.Nivethitha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VTU24312 – Reg.No:23UECS1157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3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NATTESHAN. N.V.S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028701" y="7048309"/>
            <a:ext cx="15896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09600" y="1952204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5000" y="1975464"/>
            <a:ext cx="15354300" cy="12195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online shopping, users expect fast, responsive, and seamless e-commerce experiences.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often fail to maintain cart data persistently, leading to poor user experience.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 modern e-commerce platform with a state-persistent cart system.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user cart data is securely stored and retained even after logout or page refresh.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essential features like product browsing, cart management, checkout, and order tracking.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admin panel is included for efficient product and order management.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developed using HTML, CSS, JavaScript, PHP, and MySQL with XAMPP.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reflects real-world e-commerce functionality with a user-friendly and responsive interface.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15339" y="2095500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362200" y="1681655"/>
            <a:ext cx="15466738" cy="640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e-commerce systems do not maintain cart data persistently.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lose selected products when they refresh the page or logout.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poor user experience and reduced customer satisfaction.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lack proper integration between user actions and database storage.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session-based cart handling is unreliable and temporary.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lack of simple admin control for managing products and orders.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tracking of user orders and purchase history is often missing. 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reliable and database-driven e-commerce system is required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CA541D-1A61-E37D-AF5A-257DE37B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950637" y="2313133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C307C-DA5D-235C-400A-1626BA0FE16A}"/>
              </a:ext>
            </a:extLst>
          </p:cNvPr>
          <p:cNvSpPr txBox="1"/>
          <p:nvPr/>
        </p:nvSpPr>
        <p:spPr>
          <a:xfrm>
            <a:off x="2743200" y="2305513"/>
            <a:ext cx="14325600" cy="331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responsive e-commerce system with a state-persistent cart.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efficient product management, cart operations, and order tracking using database integration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941412" y="2019300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590799" y="2019300"/>
            <a:ext cx="13030201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e-commerce platform with persistent cart functionality.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cart data in a database instead of temporary sessions.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add, remove, and update product quantities easily.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and registration system.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user-friendly interface with responsive design.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orders and displays order history.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reliability, efficiency, and user experience compared to traditional systems.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713568" y="1531437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D96694-31C5-34E8-6D53-2C04034CECD3}"/>
              </a:ext>
            </a:extLst>
          </p:cNvPr>
          <p:cNvSpPr/>
          <p:nvPr/>
        </p:nvSpPr>
        <p:spPr>
          <a:xfrm>
            <a:off x="6395834" y="1330529"/>
            <a:ext cx="6553200" cy="1219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(Browser)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D4E31-3263-C6D0-33A2-6844F139A357}"/>
              </a:ext>
            </a:extLst>
          </p:cNvPr>
          <p:cNvSpPr/>
          <p:nvPr/>
        </p:nvSpPr>
        <p:spPr>
          <a:xfrm>
            <a:off x="6344963" y="3031981"/>
            <a:ext cx="6553200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(HTML/CSS/JS)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6053B-ED6F-EA06-56AC-ADBB09ADB5FC}"/>
              </a:ext>
            </a:extLst>
          </p:cNvPr>
          <p:cNvSpPr/>
          <p:nvPr/>
        </p:nvSpPr>
        <p:spPr>
          <a:xfrm>
            <a:off x="6297299" y="4894822"/>
            <a:ext cx="6705600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(PHP)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9E4A69-6072-5A2D-8160-31410BF94476}"/>
              </a:ext>
            </a:extLst>
          </p:cNvPr>
          <p:cNvSpPr/>
          <p:nvPr/>
        </p:nvSpPr>
        <p:spPr>
          <a:xfrm>
            <a:off x="6318687" y="6792112"/>
            <a:ext cx="6651735" cy="135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790899-D600-BCC7-8C89-1F2784C666E1}"/>
              </a:ext>
            </a:extLst>
          </p:cNvPr>
          <p:cNvSpPr/>
          <p:nvPr/>
        </p:nvSpPr>
        <p:spPr>
          <a:xfrm>
            <a:off x="6346566" y="8693343"/>
            <a:ext cx="6651735" cy="1356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(Web Page Response)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113B312F-8C52-00C3-B3EA-BD58ABBD62C4}"/>
              </a:ext>
            </a:extLst>
          </p:cNvPr>
          <p:cNvSpPr/>
          <p:nvPr/>
        </p:nvSpPr>
        <p:spPr>
          <a:xfrm>
            <a:off x="9436976" y="2630763"/>
            <a:ext cx="316624" cy="3291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8A60389-A115-0082-C138-9DD58BA85C3E}"/>
              </a:ext>
            </a:extLst>
          </p:cNvPr>
          <p:cNvSpPr/>
          <p:nvPr/>
        </p:nvSpPr>
        <p:spPr>
          <a:xfrm>
            <a:off x="9436976" y="4427397"/>
            <a:ext cx="316624" cy="3291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BF8D36B6-702A-D7C4-A405-9E5FA1512342}"/>
              </a:ext>
            </a:extLst>
          </p:cNvPr>
          <p:cNvSpPr/>
          <p:nvPr/>
        </p:nvSpPr>
        <p:spPr>
          <a:xfrm>
            <a:off x="9436976" y="6257208"/>
            <a:ext cx="316624" cy="3291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779A8308-0F45-CE09-4E1A-494D2F388D76}"/>
              </a:ext>
            </a:extLst>
          </p:cNvPr>
          <p:cNvSpPr/>
          <p:nvPr/>
        </p:nvSpPr>
        <p:spPr>
          <a:xfrm>
            <a:off x="9434338" y="8228385"/>
            <a:ext cx="316624" cy="3291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92550-3F7D-2467-5DEE-5AC269B6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DBDCC5B-C5BF-59CC-B56F-2B3431D4C92C}"/>
              </a:ext>
            </a:extLst>
          </p:cNvPr>
          <p:cNvGrpSpPr/>
          <p:nvPr/>
        </p:nvGrpSpPr>
        <p:grpSpPr>
          <a:xfrm>
            <a:off x="1369738" y="24765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AE64FF2-03BD-08DB-8B19-F8F8E55226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837E8BF-B779-803A-40F6-8C66DB7A437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1809031A-5FB8-51C6-7D49-ADEAC04EF39E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2151ACA-9C8F-9E01-4BFA-E6CFC203DC2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ADE51685-432B-ABA7-A699-701804BC860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14DAA0A7-86CB-196F-053F-FE782742C167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7C41DF-2262-6CF4-608A-7616DCBFFBE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88CACF-1621-14E3-27FE-2779941081F0}"/>
              </a:ext>
            </a:extLst>
          </p:cNvPr>
          <p:cNvSpPr txBox="1"/>
          <p:nvPr/>
        </p:nvSpPr>
        <p:spPr>
          <a:xfrm>
            <a:off x="2743200" y="2476500"/>
            <a:ext cx="13182599" cy="331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actions (login, add to cart, checkout)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handles logic (cart, orders, authentication)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stores users, products, cart, and orders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products, cart items, and order details </a:t>
            </a:r>
          </a:p>
        </p:txBody>
      </p:sp>
    </p:spTree>
    <p:extLst>
      <p:ext uri="{BB962C8B-B14F-4D97-AF65-F5344CB8AC3E}">
        <p14:creationId xmlns:p14="http://schemas.microsoft.com/office/powerpoint/2010/main" val="265811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2F873-E327-6621-24A0-A5BE662EF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965279"/>
            <a:ext cx="17145000" cy="43564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838200" y="1638300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314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with minimum 4GB RAM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(Chrome/Edge)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 installed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846302" y="1729573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BBC03-0E2F-CC3F-BCB5-ADEB53614E34}"/>
              </a:ext>
            </a:extLst>
          </p:cNvPr>
          <p:cNvSpPr txBox="1"/>
          <p:nvPr/>
        </p:nvSpPr>
        <p:spPr>
          <a:xfrm>
            <a:off x="2362200" y="1950970"/>
            <a:ext cx="139512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🧑‍💻 Module 1: User Management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using secure authentication.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details such as name, email, and password in the database.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sessions for secure navigation across pages.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protected features.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🛍 Module 2: Product Management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add new products with image, price, and category.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editing and deleting existing products.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product details in the database.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products dynamically to users on the shop page.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product organization and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A6903-8C2D-5DA1-5C11-E4228877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8D6D268-CBB7-3A40-1B07-1F52A419D59E}"/>
              </a:ext>
            </a:extLst>
          </p:cNvPr>
          <p:cNvGrpSpPr/>
          <p:nvPr/>
        </p:nvGrpSpPr>
        <p:grpSpPr>
          <a:xfrm>
            <a:off x="846302" y="1729573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07B5EE-7956-715F-3400-813A1763F0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BD67101-C42C-F59C-3C52-0F66F47ABE0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105B204-BB71-CC8B-DD76-6BF62E8583C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D599548-E19A-2DDE-24F7-9EF18975B3A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93000307-6092-76EF-2911-8AFDEAF211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F1217F5-5F33-9546-1972-4E0931A9BDA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57B6DA-BB9C-B438-D943-4D30A279774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BA14FC-6E1D-12BE-40C3-11D853FC3580}"/>
              </a:ext>
            </a:extLst>
          </p:cNvPr>
          <p:cNvSpPr txBox="1"/>
          <p:nvPr/>
        </p:nvSpPr>
        <p:spPr>
          <a:xfrm>
            <a:off x="2209800" y="1638300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151D5-FEA0-166B-098C-1169FCB580CA}"/>
              </a:ext>
            </a:extLst>
          </p:cNvPr>
          <p:cNvSpPr txBox="1"/>
          <p:nvPr/>
        </p:nvSpPr>
        <p:spPr>
          <a:xfrm>
            <a:off x="2362200" y="1950970"/>
            <a:ext cx="1507192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🛒 Module 3: Cart Management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add products to the cart.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updating quantity (increase/decrease) and removing items.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cart data in the database for persistence.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cart even after page refresh or logout.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price dynamically based on selected items.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Module 4: Order Management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checkout and payment process.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order details including total amount and status.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individual product details using order items.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Clears cart after successful order placement.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order history anytime.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84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1217337" y="1943100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D2851668-E62E-AE80-CA62-7AE97BF69A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Uploaded image">
            <a:extLst>
              <a:ext uri="{FF2B5EF4-FFF2-40B4-BE49-F238E27FC236}">
                <a16:creationId xmlns:a16="http://schemas.microsoft.com/office/drawing/2014/main" id="{AE6D2A18-142B-1D3E-F192-F190C3E557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Uploaded image">
            <a:extLst>
              <a:ext uri="{FF2B5EF4-FFF2-40B4-BE49-F238E27FC236}">
                <a16:creationId xmlns:a16="http://schemas.microsoft.com/office/drawing/2014/main" id="{B2A2477D-DFF8-0173-C547-6D5C0D4905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B7FF6-F220-FC31-F842-FC923EB94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677" y="1677396"/>
            <a:ext cx="15043986" cy="70006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75DF8C3-771F-7B4A-D590-A21D1F338040}"/>
              </a:ext>
            </a:extLst>
          </p:cNvPr>
          <p:cNvSpPr txBox="1"/>
          <p:nvPr/>
        </p:nvSpPr>
        <p:spPr>
          <a:xfrm>
            <a:off x="2209800" y="9181563"/>
            <a:ext cx="16290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provides a visually appealing landing interface with options to login, register, and start shopping.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the platform with a modern UI and guides users to access the system easily. 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1246531" y="1524969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6CF5B-32A5-731C-97F7-CE600969FCE5}"/>
              </a:ext>
            </a:extLst>
          </p:cNvPr>
          <p:cNvSpPr txBox="1"/>
          <p:nvPr/>
        </p:nvSpPr>
        <p:spPr>
          <a:xfrm>
            <a:off x="2545995" y="8878596"/>
            <a:ext cx="16086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login page allows users to securely access their account using email and password authentication.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only registered users can proceed to shop and manage their cart.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7666FEB-CF6B-9CDA-43E7-26CDC416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995" y="1638300"/>
            <a:ext cx="14984209" cy="696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906505" y="1484210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BBC247-A34F-9400-634A-91D53AAC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593" y="1486729"/>
            <a:ext cx="14843077" cy="705413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BF56886-BF59-CAA7-9BB2-3D5AA675E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593" y="8475702"/>
            <a:ext cx="1309814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 list of available products dynamically with images, price, and “Add to Cart” option.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products and add them to their cart, which is stored persistently in the 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1146338" y="1638300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31371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282155-40AA-CD3F-1F52-14119F61A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140" y="1772395"/>
            <a:ext cx="9296400" cy="6291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19F605-E871-F7DC-A4A6-FBA78054B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6588" y="1699306"/>
            <a:ext cx="6062787" cy="186291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1131BF2-5D02-E9DD-9FEF-F38094762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6588" y="3842412"/>
            <a:ext cx="5984358" cy="623974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E7E6C5A-D058-B521-B48E-BE88DC60D912}"/>
              </a:ext>
            </a:extLst>
          </p:cNvPr>
          <p:cNvSpPr txBox="1"/>
          <p:nvPr/>
        </p:nvSpPr>
        <p:spPr>
          <a:xfrm>
            <a:off x="2045757" y="8662737"/>
            <a:ext cx="15270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successful order placement after completing the payment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order details are stored and the cart is cleared for future purchases. 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1143000" y="15621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8ACA1-53A6-903E-3136-4B0D66065B6F}"/>
              </a:ext>
            </a:extLst>
          </p:cNvPr>
          <p:cNvSpPr txBox="1"/>
          <p:nvPr/>
        </p:nvSpPr>
        <p:spPr>
          <a:xfrm>
            <a:off x="2895600" y="2095500"/>
            <a:ext cx="1818372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persistent cart storage using database (no data loss).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responsive interface for better experience.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cart updates (add/remove/quantity).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order management system.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track order history easily. </a:t>
            </a:r>
          </a:p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system is simulated (no real payment gateway integration).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for large-scale commercial deployment.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 (can be enhanced with encryption &amp; validation).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features like product recommendations or reviews. 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internet connection to function.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96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3800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1000</Words>
  <Application>Microsoft Office PowerPoint</Application>
  <PresentationFormat>Custom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Courier New</vt:lpstr>
      <vt:lpstr>Bookman Old Style</vt:lpstr>
      <vt:lpstr>Arial</vt:lpstr>
      <vt:lpstr>Calibri</vt:lpstr>
      <vt:lpstr>Gotham</vt:lpstr>
      <vt:lpstr>Times New Roman</vt:lpstr>
      <vt:lpstr>Cambria</vt:lpstr>
      <vt:lpstr>Wingdings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NIYUKI NIVETHITHA</cp:lastModifiedBy>
  <cp:revision>13</cp:revision>
  <dcterms:created xsi:type="dcterms:W3CDTF">2006-08-16T00:00:00Z</dcterms:created>
  <dcterms:modified xsi:type="dcterms:W3CDTF">2026-03-24T00:39:47Z</dcterms:modified>
  <dc:identifier>DAHCaYqJ9OU</dc:identifier>
</cp:coreProperties>
</file>